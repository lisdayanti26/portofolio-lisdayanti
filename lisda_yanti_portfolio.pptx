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2" d="100"/>
          <a:sy n="112" d="100"/>
        </p:scale>
        <p:origin x="61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522505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6350">
            <a:solidFill>
              <a:srgbClr val="1A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6350">
            <a:solidFill>
              <a:srgbClr val="1A2A4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6350">
            <a:solidFill>
              <a:srgbClr val="1A2A4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6350">
            <a:solidFill>
              <a:srgbClr val="1A2A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6350">
            <a:solidFill>
              <a:srgbClr val="1A2A4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6350">
            <a:solidFill>
              <a:srgbClr val="1A2A4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6350">
            <a:solidFill>
              <a:srgbClr val="1A2A4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6350">
            <a:solidFill>
              <a:srgbClr val="1A2A4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6350">
            <a:solidFill>
              <a:srgbClr val="1A2A4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6350">
            <a:solidFill>
              <a:srgbClr val="1A2A4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6350">
            <a:solidFill>
              <a:srgbClr val="1A2A4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914400"/>
            <a:ext cx="9144000" cy="0"/>
          </a:xfrm>
          <a:prstGeom prst="line">
            <a:avLst/>
          </a:prstGeom>
          <a:noFill/>
          <a:ln w="6350">
            <a:solidFill>
              <a:srgbClr val="1A2A4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6350">
            <a:solidFill>
              <a:srgbClr val="1A2A4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2743200"/>
            <a:ext cx="9144000" cy="0"/>
          </a:xfrm>
          <a:prstGeom prst="line">
            <a:avLst/>
          </a:prstGeom>
          <a:noFill/>
          <a:ln w="6350">
            <a:solidFill>
              <a:srgbClr val="1A2A4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6350">
            <a:solidFill>
              <a:srgbClr val="1A2A4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4572000"/>
            <a:ext cx="9144000" cy="0"/>
          </a:xfrm>
          <a:prstGeom prst="line">
            <a:avLst/>
          </a:prstGeom>
          <a:noFill/>
          <a:ln w="6350">
            <a:solidFill>
              <a:srgbClr val="1A2A4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9" name="Shape 17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6400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LISDA YANTI</a:t>
            </a:r>
            <a:endParaRPr lang="en-US" sz="6000" dirty="0"/>
          </a:p>
        </p:txBody>
      </p:sp>
      <p:sp>
        <p:nvSpPr>
          <p:cNvPr id="21" name="Text 19"/>
          <p:cNvSpPr/>
          <p:nvPr/>
        </p:nvSpPr>
        <p:spPr>
          <a:xfrm>
            <a:off x="365760" y="1691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Engineer  ·  IT Instructor  ·  Information Systems Undergraduate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365760" y="2286000"/>
            <a:ext cx="2286000" cy="4572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23" name="Text 21"/>
          <p:cNvSpPr/>
          <p:nvPr/>
        </p:nvSpPr>
        <p:spPr>
          <a:xfrm>
            <a:off x="365760" y="2468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AAAAA"/>
                </a:solidFill>
              </a:rPr>
              <a:t>GPA  </a:t>
            </a:r>
            <a:r>
              <a:rPr lang="en-US" sz="2000" b="1" dirty="0">
                <a:solidFill>
                  <a:srgbClr val="00D4FF"/>
                </a:solidFill>
              </a:rPr>
              <a:t>3.69/4.00</a:t>
            </a:r>
            <a:r>
              <a:rPr lang="en-US" sz="1400" dirty="0">
                <a:solidFill>
                  <a:srgbClr val="AAAAAA"/>
                </a:solidFill>
              </a:rPr>
              <a:t>  ·  Universitas Pamulang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6576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88888"/>
                </a:solidFill>
              </a:rPr>
              <a:t>📧 elislisdayanti656@gmail.com  ·  📱 085881653078  ·  📍 Lebak, Banten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ME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914400"/>
            <a:ext cx="8412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Systems undergraduate at Universitas Pamulang with a strong academic record (GPA: 3.69/4.00) and professional experience in computer networking education, competition coaching, and digital administration.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65760" y="196596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Demonstrated expertise in network infrastructure, server administration, system implementation, and software development. Recognized for academic excellence and leadership.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65760" y="3017520"/>
            <a:ext cx="2560320" cy="137160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8" name="Shape 6"/>
          <p:cNvSpPr/>
          <p:nvPr/>
        </p:nvSpPr>
        <p:spPr>
          <a:xfrm>
            <a:off x="365760" y="3017520"/>
            <a:ext cx="2560320" cy="54864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310896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3.69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365760" y="37947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GPA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91840" y="3017520"/>
            <a:ext cx="2560320" cy="137160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12" name="Shape 10"/>
          <p:cNvSpPr/>
          <p:nvPr/>
        </p:nvSpPr>
        <p:spPr>
          <a:xfrm>
            <a:off x="3291840" y="3017520"/>
            <a:ext cx="2560320" cy="54864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3" name="Text 11"/>
          <p:cNvSpPr/>
          <p:nvPr/>
        </p:nvSpPr>
        <p:spPr>
          <a:xfrm>
            <a:off x="3291840" y="310896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1st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3291840" y="37947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– Regency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17920" y="3017520"/>
            <a:ext cx="2560320" cy="137160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16" name="Shape 14"/>
          <p:cNvSpPr/>
          <p:nvPr/>
        </p:nvSpPr>
        <p:spPr>
          <a:xfrm>
            <a:off x="6217920" y="3017520"/>
            <a:ext cx="2560320" cy="54864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7" name="Text 15"/>
          <p:cNvSpPr/>
          <p:nvPr/>
        </p:nvSpPr>
        <p:spPr>
          <a:xfrm>
            <a:off x="6217920" y="310896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3x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6217920" y="37947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Student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8412480" cy="164592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914400"/>
            <a:ext cx="73152" cy="164592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00584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Universitas Pamulang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858000" y="10058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 – Present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1417320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Bachelor of Information Systems (S1 Sistem Informasi)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48640" y="1783080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GPA: 3.69 / 4.00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65760" y="2834640"/>
            <a:ext cx="8412480" cy="164592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12" name="Shape 10"/>
          <p:cNvSpPr/>
          <p:nvPr/>
        </p:nvSpPr>
        <p:spPr>
          <a:xfrm>
            <a:off x="365760" y="2834640"/>
            <a:ext cx="73152" cy="164592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92608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SMK Mulia Hati Insani Warunggunung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858000" y="292608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 – 2024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8640" y="3337560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and Network Engineering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48640" y="3703320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CD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Graduated with Academic Distinction  ·  First Rank All 3 Years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EXPERIENCE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868680"/>
            <a:ext cx="8503920" cy="86868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868680"/>
            <a:ext cx="54864" cy="86868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9144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Productive Teacher – CNE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132320" y="9144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 – Present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125272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SMK Mulia Hati Insani  ·  Network planning, IP addressing, subnetting, routing, switching &amp; troubleshooting instruction.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1892808"/>
            <a:ext cx="8503920" cy="86868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11" name="Shape 9"/>
          <p:cNvSpPr/>
          <p:nvPr/>
        </p:nvSpPr>
        <p:spPr>
          <a:xfrm>
            <a:off x="274320" y="1892808"/>
            <a:ext cx="54864" cy="86868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193852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Competition Coach – IT Network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132320" y="193852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 – Present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2276856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SMK Mulia Hati Insani  ·  MikroTik training, regional/provincial competition prep, National MikroTik Olympiad coaching.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2916936"/>
            <a:ext cx="8503920" cy="86868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16" name="Shape 14"/>
          <p:cNvSpPr/>
          <p:nvPr/>
        </p:nvSpPr>
        <p:spPr>
          <a:xfrm>
            <a:off x="274320" y="2916936"/>
            <a:ext cx="54864" cy="86868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2962656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 Administrator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132320" y="2962656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– Present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3300984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SMK Mulia Hati Insani  ·  Digital branding, visual/video content with Canva &amp; CapCut, institutional visibility.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3941064"/>
            <a:ext cx="8503920" cy="86868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21" name="Shape 19"/>
          <p:cNvSpPr/>
          <p:nvPr/>
        </p:nvSpPr>
        <p:spPr>
          <a:xfrm>
            <a:off x="274320" y="3941064"/>
            <a:ext cx="54864" cy="86868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3986784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– Secretariat Div.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132320" y="3986784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432511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DPMPTSP Lebak Regency  ·  Archive management, correspondence, documentation support and administration.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COMPETENCIES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2011680" cy="36576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en-ID" dirty="0"/>
          </a:p>
        </p:txBody>
      </p:sp>
      <p:sp>
        <p:nvSpPr>
          <p:cNvPr id="6" name="Text 4"/>
          <p:cNvSpPr/>
          <p:nvPr/>
        </p:nvSpPr>
        <p:spPr>
          <a:xfrm>
            <a:off x="320040" y="84124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Networking &amp; Infra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1325880"/>
            <a:ext cx="2011680" cy="347472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8" name="Shape 6"/>
          <p:cNvSpPr/>
          <p:nvPr/>
        </p:nvSpPr>
        <p:spPr>
          <a:xfrm>
            <a:off x="274320" y="1325880"/>
            <a:ext cx="36576" cy="347472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135331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TCP/IP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1764792"/>
            <a:ext cx="2011680" cy="347472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11" name="Shape 9"/>
          <p:cNvSpPr/>
          <p:nvPr/>
        </p:nvSpPr>
        <p:spPr>
          <a:xfrm>
            <a:off x="274320" y="1764792"/>
            <a:ext cx="36576" cy="347472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1792224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MikroTik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2203704"/>
            <a:ext cx="2011680" cy="347472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14" name="Shape 12"/>
          <p:cNvSpPr/>
          <p:nvPr/>
        </p:nvSpPr>
        <p:spPr>
          <a:xfrm>
            <a:off x="274320" y="2203704"/>
            <a:ext cx="36576" cy="347472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" y="2231136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2642616"/>
            <a:ext cx="2011680" cy="347472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17" name="Shape 15"/>
          <p:cNvSpPr/>
          <p:nvPr/>
        </p:nvSpPr>
        <p:spPr>
          <a:xfrm>
            <a:off x="274320" y="2642616"/>
            <a:ext cx="36576" cy="347472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" y="267004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3081528"/>
            <a:ext cx="2011680" cy="347472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20" name="Shape 18"/>
          <p:cNvSpPr/>
          <p:nvPr/>
        </p:nvSpPr>
        <p:spPr>
          <a:xfrm>
            <a:off x="274320" y="3081528"/>
            <a:ext cx="36576" cy="347472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" y="310896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Firewall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74320" y="3520440"/>
            <a:ext cx="2011680" cy="347472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23" name="Shape 21"/>
          <p:cNvSpPr/>
          <p:nvPr/>
        </p:nvSpPr>
        <p:spPr>
          <a:xfrm>
            <a:off x="274320" y="3520440"/>
            <a:ext cx="36576" cy="347472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24" name="Text 22"/>
          <p:cNvSpPr/>
          <p:nvPr/>
        </p:nvSpPr>
        <p:spPr>
          <a:xfrm>
            <a:off x="365760" y="354787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VLAN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74320" y="3959352"/>
            <a:ext cx="2011680" cy="347472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26" name="Shape 24"/>
          <p:cNvSpPr/>
          <p:nvPr/>
        </p:nvSpPr>
        <p:spPr>
          <a:xfrm>
            <a:off x="274320" y="3959352"/>
            <a:ext cx="36576" cy="347472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27" name="Text 25"/>
          <p:cNvSpPr/>
          <p:nvPr/>
        </p:nvSpPr>
        <p:spPr>
          <a:xfrm>
            <a:off x="365760" y="3986784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74320" y="4398264"/>
            <a:ext cx="2011680" cy="347472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29" name="Shape 27"/>
          <p:cNvSpPr/>
          <p:nvPr/>
        </p:nvSpPr>
        <p:spPr>
          <a:xfrm>
            <a:off x="274320" y="4398264"/>
            <a:ext cx="36576" cy="347472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0" name="Text 28"/>
          <p:cNvSpPr/>
          <p:nvPr/>
        </p:nvSpPr>
        <p:spPr>
          <a:xfrm>
            <a:off x="365760" y="4425696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FTP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468880" y="822960"/>
            <a:ext cx="2011680" cy="3657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32" name="Text 30"/>
          <p:cNvSpPr/>
          <p:nvPr/>
        </p:nvSpPr>
        <p:spPr>
          <a:xfrm>
            <a:off x="2514600" y="84124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Admin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2468880" y="1325880"/>
            <a:ext cx="2011680" cy="347472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4" name="Shape 32"/>
          <p:cNvSpPr/>
          <p:nvPr/>
        </p:nvSpPr>
        <p:spPr>
          <a:xfrm>
            <a:off x="2468880" y="1325880"/>
            <a:ext cx="36576" cy="347472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5" name="Text 33"/>
          <p:cNvSpPr/>
          <p:nvPr/>
        </p:nvSpPr>
        <p:spPr>
          <a:xfrm>
            <a:off x="2560320" y="135331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2468880" y="1764792"/>
            <a:ext cx="2011680" cy="347472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7" name="Shape 35"/>
          <p:cNvSpPr/>
          <p:nvPr/>
        </p:nvSpPr>
        <p:spPr>
          <a:xfrm>
            <a:off x="2468880" y="1764792"/>
            <a:ext cx="36576" cy="347472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8" name="Text 36"/>
          <p:cNvSpPr/>
          <p:nvPr/>
        </p:nvSpPr>
        <p:spPr>
          <a:xfrm>
            <a:off x="2560320" y="1792224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Server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2468880" y="2203704"/>
            <a:ext cx="2011680" cy="347472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40" name="Shape 38"/>
          <p:cNvSpPr/>
          <p:nvPr/>
        </p:nvSpPr>
        <p:spPr>
          <a:xfrm>
            <a:off x="2468880" y="2203704"/>
            <a:ext cx="36576" cy="347472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41" name="Text 39"/>
          <p:cNvSpPr/>
          <p:nvPr/>
        </p:nvSpPr>
        <p:spPr>
          <a:xfrm>
            <a:off x="2560320" y="2231136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Deploy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2468880" y="2642616"/>
            <a:ext cx="2011680" cy="347472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43" name="Shape 41"/>
          <p:cNvSpPr/>
          <p:nvPr/>
        </p:nvSpPr>
        <p:spPr>
          <a:xfrm>
            <a:off x="2468880" y="2642616"/>
            <a:ext cx="36576" cy="347472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44" name="Text 42"/>
          <p:cNvSpPr/>
          <p:nvPr/>
        </p:nvSpPr>
        <p:spPr>
          <a:xfrm>
            <a:off x="2560320" y="267004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4663440" y="822960"/>
            <a:ext cx="2011680" cy="3657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46" name="Text 44"/>
          <p:cNvSpPr/>
          <p:nvPr/>
        </p:nvSpPr>
        <p:spPr>
          <a:xfrm>
            <a:off x="4709160" y="84124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4663440" y="1325880"/>
            <a:ext cx="2011680" cy="347472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48" name="Shape 46"/>
          <p:cNvSpPr/>
          <p:nvPr/>
        </p:nvSpPr>
        <p:spPr>
          <a:xfrm>
            <a:off x="4663440" y="1325880"/>
            <a:ext cx="36576" cy="347472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49" name="Text 47"/>
          <p:cNvSpPr/>
          <p:nvPr/>
        </p:nvSpPr>
        <p:spPr>
          <a:xfrm>
            <a:off x="4754880" y="135331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4663440" y="1764792"/>
            <a:ext cx="2011680" cy="347472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51" name="Shape 49"/>
          <p:cNvSpPr/>
          <p:nvPr/>
        </p:nvSpPr>
        <p:spPr>
          <a:xfrm>
            <a:off x="4663440" y="1764792"/>
            <a:ext cx="36576" cy="347472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52" name="Text 50"/>
          <p:cNvSpPr/>
          <p:nvPr/>
        </p:nvSpPr>
        <p:spPr>
          <a:xfrm>
            <a:off x="4754880" y="1792224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4663440" y="2203704"/>
            <a:ext cx="2011680" cy="347472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54" name="Shape 52"/>
          <p:cNvSpPr/>
          <p:nvPr/>
        </p:nvSpPr>
        <p:spPr>
          <a:xfrm>
            <a:off x="4663440" y="2203704"/>
            <a:ext cx="36576" cy="347472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55" name="Text 53"/>
          <p:cNvSpPr/>
          <p:nvPr/>
        </p:nvSpPr>
        <p:spPr>
          <a:xfrm>
            <a:off x="4754880" y="2231136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4663440" y="2642616"/>
            <a:ext cx="2011680" cy="347472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57" name="Shape 55"/>
          <p:cNvSpPr/>
          <p:nvPr/>
        </p:nvSpPr>
        <p:spPr>
          <a:xfrm>
            <a:off x="4663440" y="2642616"/>
            <a:ext cx="36576" cy="347472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58" name="Text 56"/>
          <p:cNvSpPr/>
          <p:nvPr/>
        </p:nvSpPr>
        <p:spPr>
          <a:xfrm>
            <a:off x="4754880" y="267004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4663440" y="3081528"/>
            <a:ext cx="2011680" cy="347472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60" name="Shape 58"/>
          <p:cNvSpPr/>
          <p:nvPr/>
        </p:nvSpPr>
        <p:spPr>
          <a:xfrm>
            <a:off x="4663440" y="3081528"/>
            <a:ext cx="36576" cy="347472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61" name="Text 59"/>
          <p:cNvSpPr/>
          <p:nvPr/>
        </p:nvSpPr>
        <p:spPr>
          <a:xfrm>
            <a:off x="4754880" y="310896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4663440" y="3520440"/>
            <a:ext cx="2011680" cy="347472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63" name="Shape 61"/>
          <p:cNvSpPr/>
          <p:nvPr/>
        </p:nvSpPr>
        <p:spPr>
          <a:xfrm>
            <a:off x="4663440" y="3520440"/>
            <a:ext cx="36576" cy="347472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64" name="Text 62"/>
          <p:cNvSpPr/>
          <p:nvPr/>
        </p:nvSpPr>
        <p:spPr>
          <a:xfrm>
            <a:off x="4754880" y="354787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4663440" y="3959352"/>
            <a:ext cx="2011680" cy="347472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66" name="Shape 64"/>
          <p:cNvSpPr/>
          <p:nvPr/>
        </p:nvSpPr>
        <p:spPr>
          <a:xfrm>
            <a:off x="4663440" y="3959352"/>
            <a:ext cx="36576" cy="347472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67" name="Text 65"/>
          <p:cNvSpPr/>
          <p:nvPr/>
        </p:nvSpPr>
        <p:spPr>
          <a:xfrm>
            <a:off x="4754880" y="3986784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1100" dirty="0"/>
          </a:p>
        </p:txBody>
      </p:sp>
      <p:sp>
        <p:nvSpPr>
          <p:cNvPr id="68" name="Shape 66"/>
          <p:cNvSpPr/>
          <p:nvPr/>
        </p:nvSpPr>
        <p:spPr>
          <a:xfrm>
            <a:off x="4663440" y="4398264"/>
            <a:ext cx="2011680" cy="347472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69" name="Shape 67"/>
          <p:cNvSpPr/>
          <p:nvPr/>
        </p:nvSpPr>
        <p:spPr>
          <a:xfrm>
            <a:off x="4663440" y="4398264"/>
            <a:ext cx="36576" cy="347472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70" name="Text 68"/>
          <p:cNvSpPr/>
          <p:nvPr/>
        </p:nvSpPr>
        <p:spPr>
          <a:xfrm>
            <a:off x="4754880" y="4425696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Design</a:t>
            </a:r>
            <a:endParaRPr lang="en-US" sz="1100" dirty="0"/>
          </a:p>
        </p:txBody>
      </p:sp>
      <p:sp>
        <p:nvSpPr>
          <p:cNvPr id="71" name="Shape 69"/>
          <p:cNvSpPr/>
          <p:nvPr/>
        </p:nvSpPr>
        <p:spPr>
          <a:xfrm>
            <a:off x="6858000" y="822960"/>
            <a:ext cx="2011680" cy="3657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72" name="Text 70"/>
          <p:cNvSpPr/>
          <p:nvPr/>
        </p:nvSpPr>
        <p:spPr>
          <a:xfrm>
            <a:off x="6903720" y="84124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Platforms</a:t>
            </a:r>
            <a:endParaRPr lang="en-US" sz="1100" dirty="0"/>
          </a:p>
        </p:txBody>
      </p:sp>
      <p:sp>
        <p:nvSpPr>
          <p:cNvPr id="73" name="Shape 71"/>
          <p:cNvSpPr/>
          <p:nvPr/>
        </p:nvSpPr>
        <p:spPr>
          <a:xfrm>
            <a:off x="6858000" y="1325880"/>
            <a:ext cx="2011680" cy="347472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74" name="Shape 72"/>
          <p:cNvSpPr/>
          <p:nvPr/>
        </p:nvSpPr>
        <p:spPr>
          <a:xfrm>
            <a:off x="6858000" y="1325880"/>
            <a:ext cx="36576" cy="347472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75" name="Text 73"/>
          <p:cNvSpPr/>
          <p:nvPr/>
        </p:nvSpPr>
        <p:spPr>
          <a:xfrm>
            <a:off x="6949440" y="135331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</a:t>
            </a:r>
            <a:endParaRPr lang="en-US" sz="1100" dirty="0"/>
          </a:p>
        </p:txBody>
      </p:sp>
      <p:sp>
        <p:nvSpPr>
          <p:cNvPr id="76" name="Shape 74"/>
          <p:cNvSpPr/>
          <p:nvPr/>
        </p:nvSpPr>
        <p:spPr>
          <a:xfrm>
            <a:off x="6858000" y="1764792"/>
            <a:ext cx="2011680" cy="347472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77" name="Shape 75"/>
          <p:cNvSpPr/>
          <p:nvPr/>
        </p:nvSpPr>
        <p:spPr>
          <a:xfrm>
            <a:off x="6858000" y="1764792"/>
            <a:ext cx="36576" cy="347472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78" name="Text 76"/>
          <p:cNvSpPr/>
          <p:nvPr/>
        </p:nvSpPr>
        <p:spPr>
          <a:xfrm>
            <a:off x="6949440" y="1792224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Studio</a:t>
            </a:r>
            <a:endParaRPr lang="en-US" sz="1100" dirty="0"/>
          </a:p>
        </p:txBody>
      </p:sp>
      <p:sp>
        <p:nvSpPr>
          <p:cNvPr id="79" name="Shape 77"/>
          <p:cNvSpPr/>
          <p:nvPr/>
        </p:nvSpPr>
        <p:spPr>
          <a:xfrm>
            <a:off x="6858000" y="2203704"/>
            <a:ext cx="2011680" cy="347472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80" name="Shape 78"/>
          <p:cNvSpPr/>
          <p:nvPr/>
        </p:nvSpPr>
        <p:spPr>
          <a:xfrm>
            <a:off x="6858000" y="2203704"/>
            <a:ext cx="36576" cy="347472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81" name="Text 79"/>
          <p:cNvSpPr/>
          <p:nvPr/>
        </p:nvSpPr>
        <p:spPr>
          <a:xfrm>
            <a:off x="6949440" y="2231136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XAMPP</a:t>
            </a:r>
            <a:endParaRPr lang="en-US" sz="1100" dirty="0"/>
          </a:p>
        </p:txBody>
      </p:sp>
      <p:sp>
        <p:nvSpPr>
          <p:cNvPr id="82" name="Shape 80"/>
          <p:cNvSpPr/>
          <p:nvPr/>
        </p:nvSpPr>
        <p:spPr>
          <a:xfrm>
            <a:off x="6858000" y="2642616"/>
            <a:ext cx="2011680" cy="347472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83" name="Shape 81"/>
          <p:cNvSpPr/>
          <p:nvPr/>
        </p:nvSpPr>
        <p:spPr>
          <a:xfrm>
            <a:off x="6858000" y="2642616"/>
            <a:ext cx="36576" cy="347472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84" name="Text 82"/>
          <p:cNvSpPr/>
          <p:nvPr/>
        </p:nvSpPr>
        <p:spPr>
          <a:xfrm>
            <a:off x="6949440" y="267004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Draw.io</a:t>
            </a:r>
            <a:endParaRPr lang="en-US" sz="1100" dirty="0"/>
          </a:p>
        </p:txBody>
      </p:sp>
      <p:sp>
        <p:nvSpPr>
          <p:cNvPr id="85" name="Shape 83"/>
          <p:cNvSpPr/>
          <p:nvPr/>
        </p:nvSpPr>
        <p:spPr>
          <a:xfrm>
            <a:off x="6858000" y="3081528"/>
            <a:ext cx="2011680" cy="347472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86" name="Shape 84"/>
          <p:cNvSpPr/>
          <p:nvPr/>
        </p:nvSpPr>
        <p:spPr>
          <a:xfrm>
            <a:off x="6858000" y="3081528"/>
            <a:ext cx="36576" cy="347472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87" name="Text 85"/>
          <p:cNvSpPr/>
          <p:nvPr/>
        </p:nvSpPr>
        <p:spPr>
          <a:xfrm>
            <a:off x="6949440" y="310896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</a:t>
            </a:r>
            <a:endParaRPr lang="en-US" sz="1100" dirty="0"/>
          </a:p>
        </p:txBody>
      </p:sp>
      <p:sp>
        <p:nvSpPr>
          <p:cNvPr id="88" name="Shape 86"/>
          <p:cNvSpPr/>
          <p:nvPr/>
        </p:nvSpPr>
        <p:spPr>
          <a:xfrm>
            <a:off x="6858000" y="3520440"/>
            <a:ext cx="2011680" cy="347472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89" name="Shape 87"/>
          <p:cNvSpPr/>
          <p:nvPr/>
        </p:nvSpPr>
        <p:spPr>
          <a:xfrm>
            <a:off x="6858000" y="3520440"/>
            <a:ext cx="36576" cy="347472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90" name="Text 88"/>
          <p:cNvSpPr/>
          <p:nvPr/>
        </p:nvSpPr>
        <p:spPr>
          <a:xfrm>
            <a:off x="6949440" y="354787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CapCut</a:t>
            </a:r>
            <a:endParaRPr lang="en-US" sz="1100" dirty="0"/>
          </a:p>
        </p:txBody>
      </p:sp>
      <p:sp>
        <p:nvSpPr>
          <p:cNvPr id="91" name="Shape 89"/>
          <p:cNvSpPr/>
          <p:nvPr/>
        </p:nvSpPr>
        <p:spPr>
          <a:xfrm>
            <a:off x="6858000" y="3959352"/>
            <a:ext cx="2011680" cy="347472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92" name="Shape 90"/>
          <p:cNvSpPr/>
          <p:nvPr/>
        </p:nvSpPr>
        <p:spPr>
          <a:xfrm>
            <a:off x="6858000" y="3959352"/>
            <a:ext cx="36576" cy="347472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93" name="Text 91"/>
          <p:cNvSpPr/>
          <p:nvPr/>
        </p:nvSpPr>
        <p:spPr>
          <a:xfrm>
            <a:off x="6949440" y="3986784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KNIME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ACHIEVEMENTS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868680"/>
            <a:ext cx="8503920" cy="6858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868680"/>
            <a:ext cx="54864" cy="68580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91440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🏆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05840" y="9144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1st Place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680960" y="91440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05840" y="123444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Network System Administrator Competition – Lebak Regency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4320" y="1691640"/>
            <a:ext cx="8503920" cy="6858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12" name="Shape 10"/>
          <p:cNvSpPr/>
          <p:nvPr/>
        </p:nvSpPr>
        <p:spPr>
          <a:xfrm>
            <a:off x="274320" y="1691640"/>
            <a:ext cx="54864" cy="68580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173736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🥈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005840" y="17373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Provincial Rep.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680960" y="173736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05840" y="205740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Network System Administrator – Banten Province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74320" y="2514600"/>
            <a:ext cx="8503920" cy="6858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18" name="Shape 16"/>
          <p:cNvSpPr/>
          <p:nvPr/>
        </p:nvSpPr>
        <p:spPr>
          <a:xfrm>
            <a:off x="274320" y="2514600"/>
            <a:ext cx="54864" cy="68580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25603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🌐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005840" y="25603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Participant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680960" y="256032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288036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MikroTik Olympiad by Citraweb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74320" y="3337560"/>
            <a:ext cx="8503920" cy="6858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24" name="Shape 22"/>
          <p:cNvSpPr/>
          <p:nvPr/>
        </p:nvSpPr>
        <p:spPr>
          <a:xfrm>
            <a:off x="274320" y="3337560"/>
            <a:ext cx="54864" cy="68580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33832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⭐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1005840" y="33832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Student (3x)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680960" y="338328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2021–2024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005840" y="370332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and Network Engineering Department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74320" y="4160520"/>
            <a:ext cx="8503920" cy="6858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0" name="Shape 28"/>
          <p:cNvSpPr/>
          <p:nvPr/>
        </p:nvSpPr>
        <p:spPr>
          <a:xfrm>
            <a:off x="274320" y="4160520"/>
            <a:ext cx="54864" cy="68580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1" name="Text 29"/>
          <p:cNvSpPr/>
          <p:nvPr/>
        </p:nvSpPr>
        <p:spPr>
          <a:xfrm>
            <a:off x="457200" y="420624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📚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1005840" y="42062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Rank All Years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7680960" y="420624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2021–2024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1005840" y="452628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Achievement – Grade X, XI, and XII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6350">
            <a:solidFill>
              <a:srgbClr val="1A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6350">
            <a:solidFill>
              <a:srgbClr val="1A2A4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6350">
            <a:solidFill>
              <a:srgbClr val="1A2A4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6350">
            <a:solidFill>
              <a:srgbClr val="1A2A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6350">
            <a:solidFill>
              <a:srgbClr val="1A2A4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6350">
            <a:solidFill>
              <a:srgbClr val="1A2A4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6350">
            <a:solidFill>
              <a:srgbClr val="1A2A4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6350">
            <a:solidFill>
              <a:srgbClr val="1A2A4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6350">
            <a:solidFill>
              <a:srgbClr val="1A2A4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6350">
            <a:solidFill>
              <a:srgbClr val="1A2A4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3" name="Shape 11"/>
          <p:cNvSpPr/>
          <p:nvPr/>
        </p:nvSpPr>
        <p:spPr>
          <a:xfrm>
            <a:off x="0" y="4411980"/>
            <a:ext cx="9144000" cy="73152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73152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CONNECT</a:t>
            </a:r>
            <a:endParaRPr lang="en-US" sz="4800" dirty="0"/>
          </a:p>
        </p:txBody>
      </p:sp>
      <p:sp>
        <p:nvSpPr>
          <p:cNvPr id="15" name="Shape 13"/>
          <p:cNvSpPr/>
          <p:nvPr/>
        </p:nvSpPr>
        <p:spPr>
          <a:xfrm>
            <a:off x="3200400" y="1737360"/>
            <a:ext cx="2743200" cy="0"/>
          </a:xfrm>
          <a:prstGeom prst="line">
            <a:avLst/>
          </a:prstGeom>
          <a:noFill/>
          <a:ln w="38100">
            <a:solidFill>
              <a:srgbClr val="00D4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01168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D4FF"/>
                </a:solidFill>
              </a:rPr>
              <a:t>elislisdayanti656@gmail.com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65760" y="251460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AAAAAA"/>
                </a:solidFill>
              </a:rPr>
              <a:t>085881653078  ·  LinkedIn: Lisda Yanti  ·  Lebak, Banten, Indonesia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65760" y="457200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55555"/>
                </a:solidFill>
              </a:rPr>
              <a:t>Network Engineer  ·  IT Instructor  ·  Competitive Achiever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382</Words>
  <Application>Microsoft Office PowerPoint</Application>
  <PresentationFormat>On-screen Show (16:9)</PresentationFormat>
  <Paragraphs>99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Portfolio - Lisda Yanti</dc:title>
  <dc:subject>PptxGenJS Presentation</dc:subject>
  <dc:creator>Lisda Yanti</dc:creator>
  <cp:lastModifiedBy>Hype AMD</cp:lastModifiedBy>
  <cp:revision>3</cp:revision>
  <dcterms:created xsi:type="dcterms:W3CDTF">2026-06-02T00:16:36Z</dcterms:created>
  <dcterms:modified xsi:type="dcterms:W3CDTF">2026-06-03T00:14:57Z</dcterms:modified>
</cp:coreProperties>
</file>